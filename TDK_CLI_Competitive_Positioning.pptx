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212529"/>
                </a:solidFill>
              </a:defRPr>
            </a:pPr>
            <a:r>
              <a:t>TDK CLI Competitive Positioning</a:t>
            </a:r>
          </a:p>
          <a:p>
            <a:pPr algn="ctr">
              <a:spcBef>
                <a:spcPts val="2000"/>
              </a:spcBef>
              <a:defRPr sz="2800">
                <a:solidFill>
                  <a:srgbClr val="6C757D"/>
                </a:solidFill>
              </a:defRPr>
            </a:pPr>
            <a:r>
              <a:t>The Kubernetes-Free Alternative for Local Microservice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C4DFF"/>
                </a:solidFill>
              </a:defRPr>
            </a:pPr>
            <a:r>
              <a:t>The Problem: The Kubernetes Learning Curve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212529"/>
                </a:solidFill>
              </a:defRPr>
            </a:pPr>
            <a:r>
              <a:t>  70% of developers don't understand Kubernetes</a:t>
            </a:r>
          </a:p>
          <a:p>
            <a:pPr>
              <a:spcBef>
                <a:spcPts val="1200"/>
              </a:spcBef>
              <a:defRPr sz="2200">
                <a:solidFill>
                  <a:srgbClr val="212529"/>
                </a:solidFill>
              </a:defRPr>
            </a:pPr>
            <a:r>
              <a:t>  Yet every microservice tool forces them to learn it</a:t>
            </a:r>
          </a:p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Garden: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'Production-like environments' = hidden complexity</a:t>
            </a:r>
          </a:p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Skaffold: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Requires K8s cluster expertise</a:t>
            </a:r>
          </a:p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DevSpace: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Built for K8s specialists</a:t>
            </a:r>
          </a:p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Result: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Regular developers get blocked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C4DFF"/>
                </a:solidFill>
              </a:defRPr>
            </a:pPr>
            <a:r>
              <a:t>What Developers Actually Hear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Garden says: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"Spin up production-like environments for development, testing, and CI on demand"</a:t>
            </a:r>
          </a:p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Developer hears: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"Learn Kubernetes, namespaces, ingress, contexts, deployments..."</a:t>
            </a:r>
          </a:p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Result: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Cognitive overload. They give up and use expensive cloud dev environments</a:t>
            </a:r>
          </a:p>
          <a:p>
            <a:pPr>
              <a:spcBef>
                <a:spcPts val="1200"/>
              </a:spcBef>
              <a:defRPr sz="2200">
                <a:solidFill>
                  <a:srgbClr val="212529"/>
                </a:solidFill>
              </a:defRPr>
            </a:pPr>
            <a:r>
              <a:t>  </a:t>
            </a:r>
          </a:p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TDK's Advantage: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Pure Docker. No K8s. Just write service.json and tilt 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C4DFF"/>
                </a:solidFill>
              </a:defRPr>
            </a:pPr>
            <a:r>
              <a:t>The Competitive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Tilt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Foundation layer - TDK is built ON Tilt (not competing)</a:t>
            </a:r>
          </a:p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Garden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Manifest-driven but leaks K8s concepts. Requires cluster knowledge</a:t>
            </a:r>
          </a:p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Skaffold (Google)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Pure K8s tool. No auto-generation. Complex YAML</a:t>
            </a:r>
          </a:p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DevSpace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K8s-focused with nice UI. Still requires K8s expertise</a:t>
            </a:r>
          </a:p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Okteto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Pivoted to AI agents. Lost local dev focus</a:t>
            </a:r>
          </a:p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Docker Compose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Static configs. No auto-gen. No service discovery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C4DFF"/>
                </a:solidFill>
              </a:defRPr>
            </a:pPr>
            <a:r>
              <a:t>TDK vs. Garden: Head-to-Head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 b="1">
                <a:solidFill>
                  <a:srgbClr val="212529"/>
                </a:solidFill>
              </a:defRPr>
            </a:pPr>
            <a:r>
              <a:t>Manifest-driven</a:t>
            </a:r>
          </a:p>
          <a:p>
            <a:pPr>
              <a:spcAft>
                <a:spcPts val="600"/>
              </a:spcAft>
              <a:defRPr sz="1800">
                <a:solidFill>
                  <a:srgbClr val="6C757D"/>
                </a:solidFill>
              </a:defRPr>
            </a:pPr>
            <a:r>
              <a:t>    ✅ TDK: Simple service.json  |  ⚠️ Garden: Complex garden.yml</a:t>
            </a:r>
          </a:p>
          <a:p>
            <a:pPr>
              <a:spcBef>
                <a:spcPts val="1400"/>
              </a:spcBef>
              <a:defRPr sz="2000" b="1">
                <a:solidFill>
                  <a:srgbClr val="212529"/>
                </a:solidFill>
              </a:defRPr>
            </a:pPr>
            <a:r>
              <a:t>Auto-generate configs</a:t>
            </a:r>
          </a:p>
          <a:p>
            <a:pPr>
              <a:spcAft>
                <a:spcPts val="600"/>
              </a:spcAft>
              <a:defRPr sz="1800">
                <a:solidFill>
                  <a:srgbClr val="6C757D"/>
                </a:solidFill>
              </a:defRPr>
            </a:pPr>
            <a:r>
              <a:t>    ✅ TDK: Docker, Vite, TSConfig, nginx  |  ⚠️ Garden: Manual setup</a:t>
            </a:r>
          </a:p>
          <a:p>
            <a:pPr>
              <a:spcBef>
                <a:spcPts val="1400"/>
              </a:spcBef>
              <a:defRPr sz="2000" b="1">
                <a:solidFill>
                  <a:srgbClr val="212529"/>
                </a:solidFill>
              </a:defRPr>
            </a:pPr>
            <a:r>
              <a:t>K8s Required</a:t>
            </a:r>
          </a:p>
          <a:p>
            <a:pPr>
              <a:spcAft>
                <a:spcPts val="600"/>
              </a:spcAft>
              <a:defRPr sz="1800">
                <a:solidFill>
                  <a:srgbClr val="6C757D"/>
                </a:solidFill>
              </a:defRPr>
            </a:pPr>
            <a:r>
              <a:t>    ✅ TDK: No (Docker only)  |  ⚠️ Garden: Yes/Optional (leaks concepts)</a:t>
            </a:r>
          </a:p>
          <a:p>
            <a:pPr>
              <a:spcBef>
                <a:spcPts val="1400"/>
              </a:spcBef>
              <a:defRPr sz="2000" b="1">
                <a:solidFill>
                  <a:srgbClr val="212529"/>
                </a:solidFill>
              </a:defRPr>
            </a:pPr>
            <a:r>
              <a:t>Learning Curve</a:t>
            </a:r>
          </a:p>
          <a:p>
            <a:pPr>
              <a:spcAft>
                <a:spcPts val="600"/>
              </a:spcAft>
              <a:defRPr sz="1800">
                <a:solidFill>
                  <a:srgbClr val="6C757D"/>
                </a:solidFill>
              </a:defRPr>
            </a:pPr>
            <a:r>
              <a:t>    ✅ TDK: 30 minutes  |  ⚠️ Garden: 2-3 days (K8s concepts)</a:t>
            </a:r>
          </a:p>
          <a:p>
            <a:pPr>
              <a:spcBef>
                <a:spcPts val="1400"/>
              </a:spcBef>
              <a:defRPr sz="2000" b="1">
                <a:solidFill>
                  <a:srgbClr val="212529"/>
                </a:solidFill>
              </a:defRPr>
            </a:pPr>
            <a:r>
              <a:t>Target User</a:t>
            </a:r>
          </a:p>
          <a:p>
            <a:pPr>
              <a:spcAft>
                <a:spcPts val="600"/>
              </a:spcAft>
              <a:defRPr sz="1800">
                <a:solidFill>
                  <a:srgbClr val="6C757D"/>
                </a:solidFill>
              </a:defRPr>
            </a:pPr>
            <a:r>
              <a:t>    ✅ TDK: Any developer  |  ⚠️ Garden: Platform engineers</a:t>
            </a:r>
          </a:p>
          <a:p>
            <a:pPr>
              <a:spcBef>
                <a:spcPts val="1400"/>
              </a:spcBef>
              <a:defRPr sz="2000" b="1">
                <a:solidFill>
                  <a:srgbClr val="212529"/>
                </a:solidFill>
              </a:defRPr>
            </a:pPr>
            <a:r>
              <a:t>CI/CD</a:t>
            </a:r>
          </a:p>
          <a:p>
            <a:pPr>
              <a:spcAft>
                <a:spcPts val="600"/>
              </a:spcAft>
              <a:defRPr sz="1800">
                <a:solidFill>
                  <a:srgbClr val="6C757D"/>
                </a:solidFill>
              </a:defRPr>
            </a:pPr>
            <a:r>
              <a:t>    ✅ TDK: Not built-in  |  ⚠️ Garden: Built-in pipelines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C4DFF"/>
                </a:solidFill>
              </a:defRPr>
            </a:pPr>
            <a:r>
              <a:t>TDK's Unique 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212529"/>
                </a:solidFill>
              </a:defRPr>
            </a:pPr>
            <a:r>
              <a:t>  Generates configs from manifests (service.json → 10+ files)</a:t>
            </a:r>
          </a:p>
          <a:p>
            <a:pPr>
              <a:spcBef>
                <a:spcPts val="1200"/>
              </a:spcBef>
              <a:defRPr sz="2200">
                <a:solidFill>
                  <a:srgbClr val="212529"/>
                </a:solidFill>
              </a:defRPr>
            </a:pPr>
            <a:r>
              <a:t>  Works WITHOUT Kubernetes (pure Docker + Tilt)</a:t>
            </a:r>
          </a:p>
          <a:p>
            <a:pPr>
              <a:spcBef>
                <a:spcPts val="1200"/>
              </a:spcBef>
              <a:defRPr sz="2200">
                <a:solidFill>
                  <a:srgbClr val="212529"/>
                </a:solidFill>
              </a:defRPr>
            </a:pPr>
            <a:r>
              <a:t>  Scales to 120+ services locally (proven at that scale)</a:t>
            </a:r>
          </a:p>
          <a:p>
            <a:pPr>
              <a:spcBef>
                <a:spcPts val="1200"/>
              </a:spcBef>
              <a:defRPr sz="2200">
                <a:solidFill>
                  <a:srgbClr val="212529"/>
                </a:solidFill>
              </a:defRPr>
            </a:pPr>
            <a:r>
              <a:t>  Auto-discovers services from directory structure</a:t>
            </a:r>
          </a:p>
          <a:p>
            <a:pPr>
              <a:spcBef>
                <a:spcPts val="1200"/>
              </a:spcBef>
              <a:defRPr sz="2200">
                <a:solidFill>
                  <a:srgbClr val="212529"/>
                </a:solidFill>
              </a:defRPr>
            </a:pPr>
            <a:r>
              <a:t>  Provides golden Docker images (L1-L4 layering)</a:t>
            </a:r>
          </a:p>
          <a:p>
            <a:pPr>
              <a:spcBef>
                <a:spcPts val="1200"/>
              </a:spcBef>
              <a:defRPr sz="2200">
                <a:solidFill>
                  <a:srgbClr val="212529"/>
                </a:solidFill>
              </a:defRPr>
            </a:pPr>
            <a:r>
              <a:t>  </a:t>
            </a:r>
          </a:p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Key Differentiator: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Microservice orchestration WITHOUT the K8s complexity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C4DFF"/>
                </a:solidFill>
              </a:defRPr>
            </a:pPr>
            <a:r>
              <a:t>Who Uses What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Platform Engineers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→ Garden, DevSpace (they want K8s-native)</a:t>
            </a:r>
          </a:p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Senior Backend Devs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→ Tilt, Skaffold (they tolerate K8s)</a:t>
            </a:r>
          </a:p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Full-Stack/Product Devs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→ TDK (they don't know K8s, don't want to)</a:t>
            </a:r>
          </a:p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Teams with Mixed Skills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→ TDK (juniors don't get blocked)</a:t>
            </a:r>
          </a:p>
          <a:p>
            <a:pPr>
              <a:spcBef>
                <a:spcPts val="1200"/>
              </a:spcBef>
              <a:defRPr sz="2200">
                <a:solidFill>
                  <a:srgbClr val="212529"/>
                </a:solidFill>
              </a:defRPr>
            </a:pPr>
            <a:r>
              <a:t>  </a:t>
            </a:r>
          </a:p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Key Insight: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Garden forces every developer to become a platform engineer. TDK lets developers stay developers.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C4DFF"/>
                </a:solidFill>
              </a:defRPr>
            </a:pPr>
            <a:r>
              <a:t>Positioning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212529"/>
                </a:solidFill>
              </a:defRPr>
            </a:pPr>
            <a:r>
              <a:t>  TDK CLI is the 'Kubernetes-free' alternative for local microservice development</a:t>
            </a:r>
          </a:p>
          <a:p>
            <a:pPr>
              <a:spcBef>
                <a:spcPts val="1200"/>
              </a:spcBef>
              <a:defRPr sz="2200">
                <a:solidFill>
                  <a:srgbClr val="212529"/>
                </a:solidFill>
              </a:defRPr>
            </a:pPr>
            <a:r>
              <a:t>  </a:t>
            </a:r>
          </a:p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For: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Teams building microservices who don't want to learn Kubernetes</a:t>
            </a:r>
          </a:p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Who: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Need to run 5-120+ services locally</a:t>
            </a:r>
          </a:p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Unlike: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Garden, Skaffold, DevSpace (which require K8s knowledge)</a:t>
            </a:r>
          </a:p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We: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Generate configs from simple JSON manifests using pure Docker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C4DFF"/>
                </a:solidFill>
              </a:defRPr>
            </a:pPr>
            <a:r>
              <a:t>Marketing Messaging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❌ DON'T say: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"Manifest-driven local development orchestration"</a:t>
            </a:r>
          </a:p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✅ DO say: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"Run your microservices locally without learning Kubernetes"</a:t>
            </a:r>
          </a:p>
          <a:p>
            <a:pPr>
              <a:spcBef>
                <a:spcPts val="1200"/>
              </a:spcBef>
              <a:defRPr sz="2200">
                <a:solidFill>
                  <a:srgbClr val="212529"/>
                </a:solidFill>
              </a:defRPr>
            </a:pPr>
            <a:r>
              <a:t>  </a:t>
            </a:r>
          </a:p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❌ DON'T say: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"Production-like environments"</a:t>
            </a:r>
          </a:p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✅ DO say: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"Your services work locally — just write service.json"</a:t>
            </a:r>
          </a:p>
          <a:p>
            <a:pPr>
              <a:spcBef>
                <a:spcPts val="1200"/>
              </a:spcBef>
              <a:defRPr sz="2200">
                <a:solidFill>
                  <a:srgbClr val="212529"/>
                </a:solidFill>
              </a:defRPr>
            </a:pPr>
            <a:r>
              <a:t>  </a:t>
            </a:r>
          </a:p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Key Message: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Zero K8s knowledge required. Any developer can onboard in 30 minutes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C4DFF"/>
                </a:solidFill>
              </a:defRPr>
            </a:pPr>
            <a:r>
              <a:t>Competitive Moat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Built on Tilt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9.4k GitHub stars, stable foundation</a:t>
            </a:r>
          </a:p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Manifest-driven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Unique in local-dev space</a:t>
            </a:r>
          </a:p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Golden images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Production-ready Docker layering (L1-L4)</a:t>
            </a:r>
          </a:p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Service synthesis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Auto-config from directory structure</a:t>
            </a:r>
          </a:p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Scale tested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Actually works at 120 services</a:t>
            </a:r>
          </a:p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K8s-free abstraction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Complete separation from Kubernetes complexity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C4DFF"/>
                </a:solidFill>
              </a:defRPr>
            </a:pPr>
            <a:r>
              <a:t>Bottom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212529"/>
                </a:solidFill>
              </a:defRPr>
            </a:pPr>
            <a:r>
              <a:t>  Your real competition isn't other tools—it's:</a:t>
            </a:r>
          </a:p>
          <a:p>
            <a:pPr>
              <a:spcBef>
                <a:spcPts val="1200"/>
              </a:spcBef>
              <a:defRPr sz="2200">
                <a:solidFill>
                  <a:srgbClr val="212529"/>
                </a:solidFill>
              </a:defRPr>
            </a:pPr>
            <a:r>
              <a:t>     • 'Works on my machine' chaos</a:t>
            </a:r>
          </a:p>
          <a:p>
            <a:pPr>
              <a:spcBef>
                <a:spcPts val="1200"/>
              </a:spcBef>
              <a:defRPr sz="2200">
                <a:solidFill>
                  <a:srgbClr val="212529"/>
                </a:solidFill>
              </a:defRPr>
            </a:pPr>
            <a:r>
              <a:t>     • Teams giving up and using cloud dev environments ($$$)</a:t>
            </a:r>
          </a:p>
          <a:p>
            <a:pPr>
              <a:spcBef>
                <a:spcPts val="1200"/>
              </a:spcBef>
              <a:defRPr sz="2200">
                <a:solidFill>
                  <a:srgbClr val="212529"/>
                </a:solidFill>
              </a:defRPr>
            </a:pPr>
            <a:r>
              <a:t>     • Manual Docker Compose maintenance hell</a:t>
            </a:r>
          </a:p>
          <a:p>
            <a:pPr>
              <a:spcBef>
                <a:spcPts val="1200"/>
              </a:spcBef>
              <a:defRPr sz="2200">
                <a:solidFill>
                  <a:srgbClr val="212529"/>
                </a:solidFill>
              </a:defRPr>
            </a:pPr>
            <a:r>
              <a:t>  </a:t>
            </a:r>
          </a:p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Closest Competitor: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Garden (manifest-driven approach)</a:t>
            </a:r>
          </a:p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Everyone else: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Requires K8s (Skaffold, DevSpace) or pivoted to AI (Okteto, Gitpod)</a:t>
            </a:r>
          </a:p>
          <a:p>
            <a:pPr>
              <a:spcBef>
                <a:spcPts val="1200"/>
              </a:spcBef>
              <a:defRPr sz="2200">
                <a:solidFill>
                  <a:srgbClr val="212529"/>
                </a:solidFill>
              </a:defRPr>
            </a:pPr>
            <a:r>
              <a:t>  </a:t>
            </a:r>
          </a:p>
          <a:p>
            <a:pPr>
              <a:spcBef>
                <a:spcPts val="1600"/>
              </a:spcBef>
              <a:defRPr sz="2200" b="1">
                <a:solidFill>
                  <a:srgbClr val="212529"/>
                </a:solidFill>
              </a:defRPr>
            </a:pPr>
            <a:r>
              <a:t>TDK wins on: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Simplicity | Speed of onboarding | No K8s barrier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212529"/>
                </a:solidFill>
              </a:defRPr>
            </a:pPr>
            <a:r>
              <a:t>TDK CLI</a:t>
            </a:r>
          </a:p>
          <a:p>
            <a:pPr algn="ctr">
              <a:spcBef>
                <a:spcPts val="2000"/>
              </a:spcBef>
              <a:defRPr sz="2800">
                <a:solidFill>
                  <a:srgbClr val="6C757D"/>
                </a:solidFill>
              </a:defRPr>
            </a:pPr>
            <a:r>
              <a:t>Kubernetes-Free Microservice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