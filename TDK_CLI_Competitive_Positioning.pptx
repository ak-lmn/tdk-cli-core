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212529"/>
                </a:solidFill>
              </a:defRPr>
            </a:pPr>
            <a:r>
              <a:t>TDK CLI Competitive Positioning</a:t>
            </a:r>
          </a:p>
          <a:p>
            <a:pPr algn="ctr">
              <a:defRPr sz="2800">
                <a:solidFill>
                  <a:srgbClr val="6C757D"/>
                </a:solidFill>
              </a:defRPr>
            </a:pPr>
            <a:r>
              <a:t>The Kubernetes-Free Alternative for Local Microservice Development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C3545"/>
                </a:solidFill>
              </a:defRPr>
            </a:pPr>
            <a:r>
              <a:t>The Problem: The 'Kubernetes Tax'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70% of developers don't understand Kubernetes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But every microservice tool forces them to learn it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Garden: 'production-like environments' = K8s complexity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Skaffold: Requires K8s cluster knowledge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DevSpace: Built for K8s experts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Result: Non-platform developers get blocked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C107"/>
                </a:solidFill>
              </a:defRPr>
            </a:pPr>
            <a:r>
              <a:t>What Developers Hear vs. What They Feel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Garden says: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"Spin up production-like environments for development, testing, and CI on demand"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Developer hears: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"Learn Kubernetes, namespaces, ingress, contexts, deployments..."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Result: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Cognitive overload. They give up and use cloud dev environments ($$$)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TDK's Advantage: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Pure Docker. No K8s. Just write service.json and tilt 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7BFF"/>
                </a:solidFill>
              </a:defRPr>
            </a:pPr>
            <a:r>
              <a:t>The 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Tilt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Foundation layer - TDK is built ON Tilt (not competing)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Garden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Manifest-driven but leaks K8s concepts. Requires cluster knowledge.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Skaffold (Google)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Pure K8s tool. No auto-generation. Complex YAML.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DevSpace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K8s-focused with nice UI. Still requires K8s expertise.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Okteto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Pivoted to AI agents. Lost local dev focus.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Docker Compose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Static configs. No auto-gen. No service discovery.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8A745"/>
                </a:solidFill>
              </a:defRPr>
            </a:pPr>
            <a:r>
              <a:t>Head-to-Head: TDK vs. Garden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Manifest-driven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✅ TDK: service.json  |  ✅ Garden: garden.yml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Auto-generate configs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✅ TDK: Docker, Vite, TSConfig, nginx  |  ❌ Garden: Manual setup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K8s Required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✅ TDK: No (Docker only)  |  ⚠️ Garden: Yes/Optional (leaks concepts)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CI/CD Integration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❌ TDK: Not built-in  |  ✅ Garden: Built-in pipelines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Learning Curve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✅ TDK: 30 minutes  |  ⚠️ Garden: 2-3 days (K8s concepts)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Target User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✅ TDK: Any developer  |  ⚠️ Garden: Platform engineers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6F42C1"/>
                </a:solidFill>
              </a:defRPr>
            </a:pPr>
            <a:r>
              <a:t>TDK's Unique Position: The ONLY Tool That...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Generates configs from manifests (service.json → 10+ files)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Works WITHOUT Kubernetes (pure Docker + Tilt)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Scales to 120+ services locally (proven at that scale)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Auto-discovers services from directory structure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Provides golden Docker images (L1-L4 layering)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Gives you microservice orchestration WITHOUT the K8s burden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7A2B8"/>
                </a:solidFill>
              </a:defRPr>
            </a:pPr>
            <a:r>
              <a:t>The Market Gap We're Filling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Platform Engineers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→ Garden, DevSpace (they want K8s-native)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Senior Backend Devs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→ Tilt, Skaffold (they tolerate K8s)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Full-Stack/Product Devs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→ TDK (they don't know K8s, don't want to)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Teams with Mixed Skills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→ TDK (juniors don't get blocked)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Key Insight: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Garden forces every developer to become a platform engineer. TDK lets developers stay developers.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C3545"/>
                </a:solidFill>
              </a:defRPr>
            </a:pPr>
            <a:r>
              <a:t>Positioning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TDK CLI is the 'Kubernetes-free' alternative for local microservice development.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For: Teams building microservices who don't want to learn Kubernetes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Who: Need to run 5-120+ services locally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Unlike: Garden, Skaffold, DevSpace (which require K8s knowledge)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We: Generate configs from simple JSON manifests using pure Docker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8A745"/>
                </a:solidFill>
              </a:defRPr>
            </a:pPr>
            <a:r>
              <a:t>Marketing Messaging That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❌ DON'T say: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"Manifest-driven local development orchestration"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✅ DO say: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"Run your microservices locally without learning Kubernetes"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❌ DON'T say: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"Production-like environments"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✅ DO say: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"Your services work locally — just write service.json"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Key Message: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Zero K8s knowledge required. Any developer can onboard in 30 minutes.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C107"/>
                </a:solidFill>
              </a:defRPr>
            </a:pPr>
            <a:r>
              <a:t>Competitive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Built on Tilt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9.4k GitHub stars, stable foundation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Manifest-driven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Unique in local-dev space (Garden is closest)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Golden images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Production-ready Docker layering (L1-L4)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Service synthesis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Auto-config from directory structure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Scale tested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Actually works at 120 services</a:t>
            </a:r>
          </a:p>
          <a:p>
            <a:pPr>
              <a:spcBef>
                <a:spcPts val="2000"/>
              </a:spcBef>
              <a:defRPr sz="2400" b="1">
                <a:solidFill>
                  <a:srgbClr val="212529"/>
                </a:solidFill>
              </a:defRPr>
            </a:pPr>
            <a:r>
              <a:t>K8s-free</a:t>
            </a:r>
          </a:p>
          <a:p>
            <a:pPr>
              <a:spcAft>
                <a:spcPts val="1200"/>
              </a:spcAft>
              <a:defRPr sz="2000">
                <a:solidFill>
                  <a:srgbClr val="6C757D"/>
                </a:solidFill>
              </a:defRPr>
            </a:pPr>
            <a:r>
              <a:t>Only tool with complete abstraction from Kubernetes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6F42C1"/>
                </a:solidFill>
              </a:defRPr>
            </a:pPr>
            <a:r>
              <a:t>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Your real competition isn't other tools — it's: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• 'Works on my machine' chaos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• Teams giving up and using cloud dev environments ($$$)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• Manual Docker Compose maintenance hell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Garden is your closest competitor.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Everyone else either requires K8s (Skaffold, DevSpace)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or moved to AI agents (Okteto, Gitpod).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</a:t>
            </a:r>
          </a:p>
          <a:p>
            <a:pPr>
              <a:spcBef>
                <a:spcPts val="1200"/>
              </a:spcBef>
              <a:defRPr sz="2400">
                <a:solidFill>
                  <a:srgbClr val="212529"/>
                </a:solidFill>
              </a:defRPr>
            </a:pPr>
            <a:r>
              <a:t>• TDK wins on: Simplicity, Speed of onboarding, Zero K8s tax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212529"/>
                </a:solidFill>
              </a:defRPr>
            </a:pPr>
            <a:r>
              <a:t>TDK CLI: Kubernetes-Free Microservice Development</a:t>
            </a:r>
          </a:p>
          <a:p>
            <a:pPr algn="ctr">
              <a:defRPr sz="2800">
                <a:solidFill>
                  <a:srgbClr val="6C757D"/>
                </a:solidFill>
              </a:defRPr>
            </a:pPr>
            <a:r>
              <a:t>For the 70% of developers who just want to write code, not learn K8s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